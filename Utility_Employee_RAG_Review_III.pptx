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Utility Employee RAG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member: Not specified in supplied materials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D28273-AD06-D792-E2D3-A53A440D9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93" y="5852667"/>
            <a:ext cx="2263779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Utility employees need quick access to reliable technical and safety guidance.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project indexes utility reference documents and retrieves relevant passages for employee questions.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Answers are generated from retrieved context and include source filenames; missing information is stated explicitly.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Employees can also create source-backed work checklists and track completion.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Build a searchable knowledge base from supplied utility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Retrieve relevant passages to support employee questions with source traceability.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Generate concise answers only from retrieved context and identify information gaps.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Create ordered work-process checklists with supported prerequisites, safety notes and references.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Let employees record progress and administrators review employee activity and refresh the index.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Employee portal: knowledge assistant, saved checklists and step completion tracking.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Document pipeline: PDF, DOCX, TXT and CSV extraction, chunking, embeddings and indexing.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RAG assistant: similarity search, context-grounded answers and source filenames.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Work-process generator: ordered worksheets with source references for every step.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Admin portal: employee overview, account controls and background re-indexing.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Application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Utility guidance is distributed across multiple technical and safety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Finding the relevant passage manually can slow access to work instructions.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Answers and generated procedures need traceable sources and must not fill document gaps with guesses.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Work-step completion also needs a persistent record for employees and an administrative overview.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Load PDF, DOCX, TXT and CSV files from the knowledge-base and raw folders.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Split extracted text into 300-word chunks with 50-word overlap.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Embed locally with all-MiniLM-L6-v2; index normalized vectors using FAISS inner-product search.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Q&amp;A retrieves 5 passages; checklist generation searches 30, deduplicates, then uses up to 10.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Send retrieved context to Gemini; save checklist steps and completion status in the database.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Web: FastAPI routes with Jinja2 employee and administrator pages.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Retrieval: local all-MiniLM-L6-v2 embeddings and FAISS IndexFlatIP search.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Generation: Google Gemini via google-genai; prompts constrain answers to retrieved context.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Data: SQLAlchemy models for users, work processes, steps and employee progress.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Text processing: PDF, DOCX, TXT and CSV; 300 words per chunk, 50-word overlap.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 and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Bundled FAISS metadata contains 3,230 indexed text chunks from 22 source filenames.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code implements employee Q&amp;A, source-backed checklist generation, step tracking and admin re-indexing.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Checklist generation validates consecutive step numbers and requires a reference for each generated step.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supplied materials contain no measured answer-accuracy, latency, user-study or impact results.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codebase brings document retrieval, grounded employee Q&amp;A and work-process tracking into one application.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Source references and explicit insufficient-information handling support traceability in generated guidance.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bundled index provides a concrete corpus artifact: 3,230 chunks across 22 source filenames.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Retrieval quality and operational impact remain unreported in the supplied project materials.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supplied files do not identify individual supervisors, reviewers or other contributors.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template identifies the program as jointly offered by the University and LTIMindTree.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RAG Project.docx — supplied project and setup notes.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Implementation1/app — application, retrieval, indexing and generation source code.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CEA Safety Requirements for Electrical Plants and Lines (Amendment Regulations, 2022) — supplied PDF.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Electrical Safety Manual.pdf; grid_standards_reg.pdf; Distribution Transformer Installation Procedure — supplied files.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Bundled FAISS metadata: 3,230 chunk records and 22 source filenames.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716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Sammangi Gopi Chand</cp:lastModifiedBy>
  <cp:revision>16</cp:revision>
  <dcterms:created xsi:type="dcterms:W3CDTF">2024-05-13T10:33:11Z</dcterms:created>
  <dcterms:modified xsi:type="dcterms:W3CDTF">2026-10-08T03:29:30Z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